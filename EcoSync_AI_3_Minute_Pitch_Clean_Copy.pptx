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eee4c59a774c1e" /><Relationship Type="http://schemas.openxmlformats.org/officeDocument/2006/relationships/extended-properties" Target="/docProps/app.xml" Id="Rd5cbd569a5774d67" /><Relationship Type="http://schemas.openxmlformats.org/officeDocument/2006/relationships/officeDocument" Target="/ppt/presentation.xml" Id="Re13d2ada2fc04e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57c3f044534ae1"/>
  </p:sldMasterIdLst>
  <p:notesMasterIdLst>
    <p:notesMasterId xmlns:r="http://schemas.openxmlformats.org/officeDocument/2006/relationships" r:id="Ra8a92deebbcb4505"/>
  </p:notesMasterIdLst>
  <p:sldIdLst>
    <p:sldId xmlns:r="http://schemas.openxmlformats.org/officeDocument/2006/relationships" id="256" r:id="R01426b18c86a486c"/>
    <p:sldId xmlns:r="http://schemas.openxmlformats.org/officeDocument/2006/relationships" id="257" r:id="R742526a46da44222"/>
    <p:sldId xmlns:r="http://schemas.openxmlformats.org/officeDocument/2006/relationships" id="258" r:id="R043ed63409754431"/>
    <p:sldId xmlns:r="http://schemas.openxmlformats.org/officeDocument/2006/relationships" id="259" r:id="R00d59ded118b4b92"/>
    <p:sldId xmlns:r="http://schemas.openxmlformats.org/officeDocument/2006/relationships" id="260" r:id="R55fff83ced1847a0"/>
    <p:sldId xmlns:r="http://schemas.openxmlformats.org/officeDocument/2006/relationships" id="261" r:id="R4ba1697c7736407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57c3f044534ae1" /><Relationship Type="http://schemas.openxmlformats.org/officeDocument/2006/relationships/theme" Target="/ppt/theme/theme1.xml" Id="Rc0315c39b3a9464c" /><Relationship Type="http://schemas.openxmlformats.org/officeDocument/2006/relationships/notesMaster" Target="/ppt/notesMasters/notesMaster1.xml" Id="Ra8a92deebbcb4505" /><Relationship Type="http://schemas.openxmlformats.org/officeDocument/2006/relationships/presProps" Target="/ppt/presProps.xml" Id="R38bfd9644c4445c7" /><Relationship Type="http://schemas.openxmlformats.org/officeDocument/2006/relationships/viewProps" Target="/ppt/viewProps.xml" Id="R1672df0efd1e4e80" /><Relationship Type="http://schemas.openxmlformats.org/officeDocument/2006/relationships/tableStyles" Target="/ppt/tableStyles.xml" Id="Rd2d0ddcf13e14ebd" /><Relationship Type="http://schemas.openxmlformats.org/officeDocument/2006/relationships/slide" Target="/ppt/slides/slide1.xml" Id="R01426b18c86a486c" /><Relationship Type="http://schemas.openxmlformats.org/officeDocument/2006/relationships/slide" Target="/ppt/slides/slide2.xml" Id="R742526a46da44222" /><Relationship Type="http://schemas.openxmlformats.org/officeDocument/2006/relationships/slide" Target="/ppt/slides/slide3.xml" Id="R043ed63409754431" /><Relationship Type="http://schemas.openxmlformats.org/officeDocument/2006/relationships/slide" Target="/ppt/slides/slide4.xml" Id="R00d59ded118b4b92" /><Relationship Type="http://schemas.openxmlformats.org/officeDocument/2006/relationships/slide" Target="/ppt/slides/slide5.xml" Id="R55fff83ced1847a0" /><Relationship Type="http://schemas.openxmlformats.org/officeDocument/2006/relationships/slide" Target="/ppt/slides/slide6.xml" Id="R4ba1697c773640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63f7c01493143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6365943e0b425a" /><Relationship Type="http://schemas.openxmlformats.org/officeDocument/2006/relationships/notesMaster" Target="/ppt/notesMasters/notesMaster1.xml" Id="R85ebd1558ab345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ed1ac5349d4b24" /><Relationship Type="http://schemas.openxmlformats.org/officeDocument/2006/relationships/notesMaster" Target="/ppt/notesMasters/notesMaster1.xml" Id="R07878f7b84014b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199bc0e744484e" /><Relationship Type="http://schemas.openxmlformats.org/officeDocument/2006/relationships/notesMaster" Target="/ppt/notesMasters/notesMaster1.xml" Id="R326cc6daebc449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adc3473b2648b3" /><Relationship Type="http://schemas.openxmlformats.org/officeDocument/2006/relationships/notesMaster" Target="/ppt/notesMasters/notesMaster1.xml" Id="R0584b63e72ed49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d912019d834c72" /><Relationship Type="http://schemas.openxmlformats.org/officeDocument/2006/relationships/notesMaster" Target="/ppt/notesMasters/notesMaster1.xml" Id="Rb9dba0e64d0d42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d44f79d5ed489c" /><Relationship Type="http://schemas.openxmlformats.org/officeDocument/2006/relationships/notesMaster" Target="/ppt/notesMasters/notesMaster1.xml" Id="R853aa71f92aa41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0becf7dbb343f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bd0b3f2b9f54bc8" /><Relationship Type="http://schemas.openxmlformats.org/officeDocument/2006/relationships/slideLayout" Target="/ppt/slideLayouts/slideLayout2.xml" Id="R3d92c208071b43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92c208071b43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6a1c80cf9b4eb0" /><Relationship Type="http://schemas.openxmlformats.org/officeDocument/2006/relationships/notesSlide" Target="/ppt/notesSlides/notesSlide1.xml" Id="R2712caa8127e4f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1bbc9e665c422a" /><Relationship Type="http://schemas.openxmlformats.org/officeDocument/2006/relationships/notesSlide" Target="/ppt/notesSlides/notesSlide2.xml" Id="R726cd73095ec42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d9871d2cdb4eaa" /><Relationship Type="http://schemas.openxmlformats.org/officeDocument/2006/relationships/notesSlide" Target="/ppt/notesSlides/notesSlide3.xml" Id="R36645653be9c44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34ce3653274fba" /><Relationship Type="http://schemas.openxmlformats.org/officeDocument/2006/relationships/notesSlide" Target="/ppt/notesSlides/notesSlide4.xml" Id="R7de38f7511c34d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3fe671216445a5" /><Relationship Type="http://schemas.openxmlformats.org/officeDocument/2006/relationships/notesSlide" Target="/ppt/notesSlides/notesSlide5.xml" Id="R27cd4b6e0b8143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0d440f99204195" /><Relationship Type="http://schemas.openxmlformats.org/officeDocument/2006/relationships/notesSlide" Target="/ppt/notesSlides/notesSlide6.xml" Id="R93ffca7557e14e1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DEE55F-3366-44F2-AE1F-9DE86C80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C6652-4543-4DD4-A1F5-65B2B8EC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B928D-6ABA-4163-8BD4-54B100CA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F6F82-22CD-4F2B-887A-816993B3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685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EcoSync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823B0-733B-46B4-A102-B5F5E5C6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860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79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795B"/>
                </a:solidFill>
                <a:latin typeface="Aptos"/>
                <a:ea typeface="Aptos"/>
                <a:cs typeface="Aptos"/>
              </a:rPr>
              <a:t>AI-powered ecosystem linkage orchestration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66214-3B66-43C4-ABCA-E51A30B6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14650"/>
            <a:ext cx="619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Turning one-off startup support assignments into explainable, human-approved, reusable relationship records.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5D91D-2F7C-466E-9D94-2F402C94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00150"/>
            <a:ext cx="3619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EA"/>
          </a:solidFill>
          <a:ln xmlns:a="http://schemas.openxmlformats.org/drawingml/2006/main" w="9525">
            <a:solidFill>
              <a:srgbClr val="B9D4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26225-C91E-44A6-8ABE-19A8F57B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Startup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94223-D7CA-4383-A89B-801EB354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Mentor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6AA7B-A61B-411B-B772-A7989152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1371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D9078-4FB4-4924-8E0F-D696DCE0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47950"/>
            <a:ext cx="1028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match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909E4-1D95-45DD-ADCF-24317AA0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050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DDA11-CCBC-4047-95F5-9601764A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50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12C34-D192-4497-87D2-BE9F310E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Partner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5E00F-571D-449A-8DAC-570A55CE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957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Program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1B405-8EBC-4D07-8E5D-56604260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910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3D3BE-D3E3-4C28-A94B-4187E247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65772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1D607E-5329-421F-B24C-F16467CA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910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862593-28D0-4734-9551-0DBD72C6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57725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09B6BD-102C-40E7-82C1-822164B9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5910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814DE8-2863-4A1C-9F15-9406EE49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6577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236B30-AB4C-4D88-AAF9-72E6AEF7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910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E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AA6CFD-142A-4E2B-B619-DC3A7DFB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57725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F598FE-2572-4863-A4BA-82C4A258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EcoSync AI /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7B8B8F-D602-4FC8-907F-E4AF7126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6747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1C4983-443B-47AC-A23B-0C9F5186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3627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Explainable. Reviewable. Reusable.</a:t>
            </a:r>
          </a:p>
        </p:txBody>
      </p:sp>
    </p:spTree>
    <p:extLst>
      <p:ext uri="{BB962C8B-B14F-4D97-AF65-F5344CB8AC3E}">
        <p14:creationId xmlns:p14="http://schemas.microsoft.com/office/powerpoint/2010/main" val="4781075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BE585C-571C-47CB-8BA8-295CAC90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3D75C-93B3-438D-9FB6-44124422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7CEA7-9887-4EAD-A120-62BF6B63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06BFE-B2C6-4965-A58F-010A410A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79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795B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C2FA4-ED8F-43B9-8AD4-E1BFA030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71475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B7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4377B-6652-4766-8782-BFA93481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429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Manual ecosystem linkage breaks at scale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48063-5795-422F-A58D-B63D0BB0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66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Spreadsheets and chat threads cannot preserve relationship context across cohorts.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E29A5-7296-4FE9-9047-03D78B47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31432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CF6C9-8FAA-4A16-B2EB-72E6210E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38793-0E2D-4BCC-8886-230A3592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Slow matching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F45E9-8DD8-438E-A3D8-01F6394A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2686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Program teams depend on coordinator memory to decide which mentor, partner, or service provider fits each startup.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86A23-8E19-42D9-803F-1B8F6F43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31432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7AACF-5D08-476F-BFEA-25D6B94C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E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B59555-6607-4268-B6E1-E799AD15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528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One-off assignments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8BFEB6-3285-4043-9806-DF4AF502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33800"/>
            <a:ext cx="2686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A connection may happen once, but the reason, risks, next action, and outcome usually disappear after the cohort.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2C2E7-B9CA-4E07-A806-94A4A261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31432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6D4647-4138-42E0-9809-C35D7F52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D50A19-35B8-4904-8376-0ED232C0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528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No learning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E321A4-A000-462C-8B0C-C7CE47C3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33800"/>
            <a:ext cx="2686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Past outcomes rarely improve the next matching decision, so ecosystem knowledge is rebuilt again and again.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F0E113-3285-4365-8CEA-13D7D546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79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795B"/>
                </a:solidFill>
                <a:latin typeface="Aptos"/>
                <a:ea typeface="Aptos"/>
                <a:cs typeface="Aptos"/>
              </a:rPr>
              <a:t>Who feels it: program owners, ecosystem administrators, startups, mentors, partners, and service providers.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F6EE27-B10F-434C-A153-9AD202D2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EcoSync AI /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B41163-2FAE-41D1-BB17-3D8505F9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6747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941547-6394-4552-8F54-C2550529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3627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Explainable. Reviewable. Reusable.</a:t>
            </a:r>
          </a:p>
        </p:txBody>
      </p:sp>
    </p:spTree>
    <p:extLst>
      <p:ext uri="{BB962C8B-B14F-4D97-AF65-F5344CB8AC3E}">
        <p14:creationId xmlns:p14="http://schemas.microsoft.com/office/powerpoint/2010/main" val="17309626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C95850-D6A9-4425-8319-F07EFD8B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D49A5-BCD9-4004-98A4-C2A09053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0FFB6-5F46-4608-8FEC-834BBEBA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3F8BE-00FD-4301-B985-94A547FC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79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795B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64EE6-6A1B-40EB-A0CF-D443E909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71475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B7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422EC-72DF-4F31-8036-5F885010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429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EcoSync turns coordination into an operating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7734B-EC7E-4369-B5B9-8DA62FD2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66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A program manager can move from data to recommendation to relationship record in one 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D4E54-5BCA-4518-9175-3891D9A2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23241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A16C0-F461-4640-B458-953DF8FC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574B8-61CC-4CEA-ABD2-E0093D38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C4FB7-F55D-48E1-B988-99FFCD26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813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Verify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CC956-ABF3-4531-862F-511840B8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Startups, mentors, partners, cohorts, and programs live in one workspace.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12665-8B01-4799-AF7B-8DCCB8C4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23241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328F0C-72AB-4DE8-9E07-F14F55DF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81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D2018-54E9-4E6B-8705-7590015C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575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463660-26A0-43C8-AAE0-F4C7133E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813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Recommend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F9C1A0-DDB6-4775-B77F-24216D9E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3380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Deterministic ranking is paired with Gemini-ready explanations.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8623D0-0821-4BF8-AF2F-28967ED1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52750"/>
            <a:ext cx="23241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8A204B-2A6C-42FC-9955-623A9F90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81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E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4F2B4D-9370-4E04-8917-59621173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75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CCB62D-75C4-4BE7-93EC-0D80BA04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813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D62A88-6B18-4180-9A60-6E0DA19A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3380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Humans approve, reject, or mark recommendations for review.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916B18-07A8-44F2-AB4E-19FAC11C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52750"/>
            <a:ext cx="23241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6C80B0-10E2-4D38-BE1D-35001D49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81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330EEE-27D0-4215-BD80-D6A1DA9F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575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26E460-C0D8-46B3-ACB3-FACB4E4E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813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Track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1A58EB-3E6E-4C1E-A72E-B7E1AFF5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3380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Every accepted match becomes a lifecycle record with next actions.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41CE4A-E6CD-4FD6-90BE-FD792B5A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0782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D"/>
          </a:solidFill>
          <a:ln xmlns:a="http://schemas.openxmlformats.org/drawingml/2006/main" w="9525">
            <a:solidFill>
              <a:srgbClr val="C2D9C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E384FF-F3C0-4FA6-BCD5-26957D8A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14950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79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795B"/>
                </a:solidFill>
                <a:latin typeface="Aptos"/>
                <a:ea typeface="Aptos"/>
                <a:cs typeface="Aptos"/>
              </a:rPr>
              <a:t>Dashboard proof: startups, mentors, partners, recommendations, approved relationships, and review-needed relationships.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9F3DD6-46F2-421A-93FD-A1ED156F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EcoSync AI / 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13C67E-5210-486C-9B0F-42672FE4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6747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AD5735-E694-4305-9499-ACDB210D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3627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Explainable. Reviewable. Reusable.</a:t>
            </a:r>
          </a:p>
        </p:txBody>
      </p:sp>
    </p:spTree>
    <p:extLst>
      <p:ext uri="{BB962C8B-B14F-4D97-AF65-F5344CB8AC3E}">
        <p14:creationId xmlns:p14="http://schemas.microsoft.com/office/powerpoint/2010/main" val="11727942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26D7DE-5291-42C1-9E57-4FB42C6B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97BFF-B5BF-4D71-AA61-5CB7E658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B0BF3-38DF-41E5-955C-2A3BD746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01E02-7AA7-445F-9259-8D66E628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79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795B"/>
                </a:solidFill>
                <a:latin typeface="Aptos"/>
                <a:ea typeface="Aptos"/>
                <a:cs typeface="Aptos"/>
              </a:rPr>
              <a:t>LIVE VIDEO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3F5D6-193F-4ABB-9DDB-4B5E271E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71475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B7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8C66A-1E83-4F40-A083-E7B114E8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429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Record one continuous product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0D65A-89C7-443D-BD99-565084E5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66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Use the app as the main footage. Slides only open and close the story.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05427-2A94-41F0-8B3C-364700DE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2EAD3-7E3F-4670-85FD-41F00B49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77B44-A929-482A-A3E7-DBBBDD59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432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5FC7B-046C-40AC-BA2C-D0CB3B79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480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Show ecosystem counts and relationship metrics.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5304B-17A0-4ABA-AB89-C9097701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30E29F-A21A-4D42-877A-19DE326A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EAE277-34FD-408F-9ADD-4FEA1129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9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Matching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02B1A-BA8F-408B-B460-35F56A13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Select NasiNext Cloud Kitchen.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7AACD-4016-4562-B912-513C4BD8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E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7DA3A-108D-436B-B589-5E9F889A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2D7EA3-AE4A-4167-8E64-3AF0D4B0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Generate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88A69F-C87F-46C4-BB29-0EB27E5A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Create ranked mentor recommendations.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9DA9B9-AA65-4FB9-B0E4-59B74C25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B7C4FF-9D1B-4B52-876A-DDCC803F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FBC4B1-AB8D-47BE-B4E7-427FFDA3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AI card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8DFA1C-FC4A-4943-8873-3D2B16F3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Pause on score, rationale, risks, gaps, ethics.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361F20-31C6-4FBB-BD22-A2ED4B14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90800"/>
            <a:ext cx="952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2D56D1-0202-4F39-ABF4-84707A4F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7F27B2-728E-4EF7-848B-58248475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9875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0C3F84-85D2-4F33-A68A-053472E4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432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Refresh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A9833D-47E0-4A3B-A940-20047271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480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Show per-card AI explanation control.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371714-B41C-49B0-8F34-BB7A28C1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BBB133-7201-4D0E-BB41-0B32225F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28A250-7B21-4A51-8059-A5BA1CA0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09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Approve / 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68D5B2-C0E0-493C-8D7C-E66469D3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147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Prove humans stay accountable.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87B6D3-A104-4B10-9E0B-C2D06E36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576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E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E2952A-8A6F-4903-B18B-545316AA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43375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11DCF7-1BA4-4D3E-863C-8A251BED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767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Relationship Board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FD9A41-91BB-4140-9C53-D7522AA7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815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Show the reusable relationship record.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4BCF05-67B6-4883-B466-C70EB2C2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244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08B7EF-2329-4B31-BC19-DED8885A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0125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BA9CE1-CDB4-4FF0-9981-B6CD73B1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7434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997914-CA6F-4C39-8BD1-48ABE46B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0482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Show top-one accuracy and confidence.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819C48-8600-4200-8DA3-DBD03649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24500"/>
            <a:ext cx="428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79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95B"/>
                </a:solidFill>
                <a:latin typeface="Aptos"/>
                <a:ea typeface="Aptos"/>
                <a:cs typeface="Aptos"/>
              </a:rPr>
              <a:t>Skip setup screens. Mention Gemini, Firestore, Docker, Gmail SMTP, and Cloud Run verbally.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9EF652-73B1-4366-9352-A21A5E2F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EcoSync AI / 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63C94A-B3F1-4A0B-B216-2C1EABE1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6747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8A5949-0DD3-40C8-9B16-8201EF0B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3627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Explainable. Reviewable. Reusable.</a:t>
            </a:r>
          </a:p>
        </p:txBody>
      </p:sp>
    </p:spTree>
    <p:extLst>
      <p:ext uri="{BB962C8B-B14F-4D97-AF65-F5344CB8AC3E}">
        <p14:creationId xmlns:p14="http://schemas.microsoft.com/office/powerpoint/2010/main" val="17881824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D78BB7-039B-4A78-BBF3-FA784EFB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B8C47-3BBE-448D-916E-9A14963B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862C7-F2E3-409B-8F68-3550CEA4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E159D-D765-4BC2-84FE-F0042226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79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795B"/>
                </a:solidFill>
                <a:latin typeface="Aptos"/>
                <a:ea typeface="Aptos"/>
                <a:cs typeface="Aptos"/>
              </a:rPr>
              <a:t>AI + GOVERNANCE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BFBAF-C717-4670-A57A-A71C1CE1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71475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B7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0B25A-D1C4-487D-8E88-A7584217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429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AI supports decisions, humans approve outcomes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679E1-4C71-42EC-B51E-81FDF7BB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66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The product is decision support, not autonomous assignment.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006F1-C2B1-495D-B2A1-0C236222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314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33D53-2A01-4B3D-A0B6-1F5AB727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476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D55C6-5D32-4CFA-B25D-7BBA977F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267B1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3267B1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1FFCF-17F4-4C23-9C85-15B8A0EF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Deterministic fit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38E3E-995D-4406-870C-53EA9275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2686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Domain expertise, challenge overlap, stage, location, availability, and growth support.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8AE31-93A5-4276-AED3-D3E5CD2F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314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9164D-CEC4-4D96-A323-EF4E5562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476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60A23-39E5-4BDA-AF52-FE0D91AA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4800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795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3795B"/>
                </a:solidFill>
                <a:latin typeface="Aptos"/>
                <a:ea typeface="Aptos"/>
                <a:cs typeface="Aptos"/>
              </a:rPr>
              <a:t>Gemini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CCEFB7-585F-4CC5-AFC9-40674625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8615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Structured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9A86CF-D591-41A7-95AC-35E2BADB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10000"/>
            <a:ext cx="2686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Rationale, confidence, risks, support gaps, next action, outcome metric, and ethical guardrail.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E4A1A4-D50E-436F-A5A0-A1507747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57500"/>
            <a:ext cx="314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6619C2-6EE7-4948-A376-F3F55D8A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57500"/>
            <a:ext cx="476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E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0FC54-443B-42E7-933E-C31F9CB0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4800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59E2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59E2F"/>
                </a:solidFill>
                <a:latin typeface="Aptos"/>
                <a:ea typeface="Aptos"/>
                <a:cs typeface="Aptos"/>
              </a:rPr>
              <a:t>Human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2F4934-A007-4A96-94E2-9BF7A9E8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8615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27"/>
                </a:solidFill>
                <a:latin typeface="Aptos"/>
                <a:ea typeface="Aptos"/>
                <a:cs typeface="Aptos"/>
              </a:rPr>
              <a:t>Final control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94BD18-75DC-4027-A4AD-64609C2E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10000"/>
            <a:ext cx="2686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Refresh AI, approve, reject, or mark for review before creating a lifecycle record.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05BE41-1D7D-4F2C-A725-C1735FF0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00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79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795B"/>
                </a:solidFill>
                <a:latin typeface="Aptos"/>
                <a:ea typeface="Aptos"/>
                <a:cs typeface="Aptos"/>
              </a:rPr>
              <a:t>Rubric proof: AI quality, ethical AI, working demo, model performance, and deployment readiness.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B1056E-4952-4109-9A47-F150D3A7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EcoSync AI / 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900F3E-6EAE-454C-BC13-C4C7C1E5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6747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BE889D-B1EB-454E-B2BF-3959D476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3627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Explainable. Reviewable. Reusable.</a:t>
            </a:r>
          </a:p>
        </p:txBody>
      </p:sp>
    </p:spTree>
    <p:extLst>
      <p:ext uri="{BB962C8B-B14F-4D97-AF65-F5344CB8AC3E}">
        <p14:creationId xmlns:p14="http://schemas.microsoft.com/office/powerpoint/2010/main" val="7331745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276211-4132-4D89-9EE4-15FDA663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05571-9715-4E39-97A4-6FCC48C6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F50A1-EAFF-4056-BE78-5F77228D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24902-C834-44F1-A73C-8FB3B808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79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795B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432B5-EF17-4D3A-BFC9-8A47A725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71475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B7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0BF1B-C6ED-4589-B0E7-13F8FAC6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429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02027"/>
                </a:solidFill>
                <a:latin typeface="Aptos Display"/>
                <a:ea typeface="Aptos Display"/>
                <a:cs typeface="Aptos Display"/>
              </a:rPr>
              <a:t>Impact scales beyond mentor matching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60EED-407D-47E5-8B87-1EC13672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66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The same relationship model can connect partners, funders, service providers, alumni, and cross-country programs.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6C624-4562-41F2-9A70-FE34CF4B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3009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B2598-A5AD-46BE-A851-C1D4EFA0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795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3795B"/>
                </a:solidFill>
                <a:latin typeface="Aptos"/>
                <a:ea typeface="Aptos"/>
                <a:cs typeface="Aptos"/>
              </a:rPr>
              <a:t>SDG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00D83-1F15-4977-A1AE-8015B283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Better support for SME growth and startup resilience.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1FAE3-DEE9-431D-BA28-BDEE6ED1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48000"/>
            <a:ext cx="3009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3CEC6-3BDE-4408-A935-B0708B17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7660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267B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3267B1"/>
                </a:solidFill>
                <a:latin typeface="Aptos"/>
                <a:ea typeface="Aptos"/>
                <a:cs typeface="Aptos"/>
              </a:rPr>
              <a:t>SDG 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E9EB0-3EBB-4147-9063-A681DC03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528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Stronger innovation infrastructure for programs and regions.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CE33C-692C-4AD3-A1FE-70227A2C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3009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28A83-69F5-49B1-9CCA-2BEA948C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7660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59E2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D59E2F"/>
                </a:solidFill>
                <a:latin typeface="Aptos"/>
                <a:ea typeface="Aptos"/>
                <a:cs typeface="Aptos"/>
              </a:rPr>
              <a:t>SDG 17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9FFE00-7576-43EC-8C0E-AD3FB394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528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27"/>
                </a:solidFill>
                <a:latin typeface="Aptos"/>
                <a:ea typeface="Aptos"/>
                <a:cs typeface="Aptos"/>
              </a:rPr>
              <a:t>Reusable partnerships across ecosystem actors.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9D8FD7-C730-44BC-8901-7670693E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7"/>
          </a:solidFill>
          <a:ln xmlns:a="http://schemas.openxmlformats.org/drawingml/2006/main" w="0">
            <a:solidFill>
              <a:srgbClr val="10202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2E1DC4-E741-4EA8-BF9F-7D139D64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00650"/>
            <a:ext cx="1019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Close: explainable, reviewable, reusable, measurable ecosystem relationships.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D21399-47D5-48C3-812A-5015AE0E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EcoSync AI / 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9C71B5-C3F2-4D87-8916-1F83706F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6747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CF1FC6-56B5-433E-B5E4-3D7E8494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3627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0"/>
                </a:solidFill>
                <a:latin typeface="Aptos"/>
                <a:ea typeface="Aptos"/>
                <a:cs typeface="Aptos"/>
              </a:rPr>
              <a:t>Explainable. Reviewable. Reusable.</a:t>
            </a:r>
          </a:p>
        </p:txBody>
      </p:sp>
    </p:spTree>
    <p:extLst>
      <p:ext uri="{BB962C8B-B14F-4D97-AF65-F5344CB8AC3E}">
        <p14:creationId xmlns:p14="http://schemas.microsoft.com/office/powerpoint/2010/main" val="20067754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2026-05-16T15:10:21.2930000Z</dcterms:created>
  <dcterms:modified xsi:type="dcterms:W3CDTF">2026-05-16T15:10:21.2930000Z</dcterms:modified>
</coreProperties>
</file>